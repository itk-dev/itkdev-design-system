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5C9"/>
    <a:srgbClr val="73BC99"/>
    <a:srgbClr val="89BD23"/>
    <a:srgbClr val="E44930"/>
    <a:srgbClr val="008D3D"/>
    <a:srgbClr val="00A5CD"/>
    <a:srgbClr val="007B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8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ne Iversen" userId="4a16ae9a-e4cb-4c22-96ab-cfc875530371" providerId="ADAL" clId="{37AA6B4A-7162-4295-B439-FDCDA7A15BAF}"/>
    <pc:docChg chg="modSld">
      <pc:chgData name="Susanne Iversen" userId="4a16ae9a-e4cb-4c22-96ab-cfc875530371" providerId="ADAL" clId="{37AA6B4A-7162-4295-B439-FDCDA7A15BAF}" dt="2023-03-23T19:12:21.529" v="0" actId="207"/>
      <pc:docMkLst>
        <pc:docMk/>
      </pc:docMkLst>
      <pc:sldChg chg="modSp mod">
        <pc:chgData name="Susanne Iversen" userId="4a16ae9a-e4cb-4c22-96ab-cfc875530371" providerId="ADAL" clId="{37AA6B4A-7162-4295-B439-FDCDA7A15BAF}" dt="2023-03-23T19:12:21.529" v="0" actId="207"/>
        <pc:sldMkLst>
          <pc:docMk/>
          <pc:sldMk cId="403345877" sldId="256"/>
        </pc:sldMkLst>
        <pc:spChg chg="mod">
          <ac:chgData name="Susanne Iversen" userId="4a16ae9a-e4cb-4c22-96ab-cfc875530371" providerId="ADAL" clId="{37AA6B4A-7162-4295-B439-FDCDA7A15BAF}" dt="2023-03-23T19:12:21.529" v="0" actId="207"/>
          <ac:spMkLst>
            <pc:docMk/>
            <pc:sldMk cId="403345877" sldId="256"/>
            <ac:spMk id="12" creationId="{CE1947C9-5534-32B1-D188-4DC9DB51302E}"/>
          </ac:spMkLst>
        </pc:spChg>
      </pc:sldChg>
    </pc:docChg>
  </pc:docChgLst>
  <pc:docChgLst>
    <pc:chgData name="Anya Bjørn Vinstrup" userId="c6b604d9-770e-4f81-b3ca-3d43da625077" providerId="ADAL" clId="{541A4DD8-C336-44E6-8954-0886DDF5AD75}"/>
    <pc:docChg chg="undo custSel modSld">
      <pc:chgData name="Anya Bjørn Vinstrup" userId="c6b604d9-770e-4f81-b3ca-3d43da625077" providerId="ADAL" clId="{541A4DD8-C336-44E6-8954-0886DDF5AD75}" dt="2023-03-01T13:47:12.107" v="2" actId="164"/>
      <pc:docMkLst>
        <pc:docMk/>
      </pc:docMkLst>
      <pc:sldChg chg="addSp modSp mod">
        <pc:chgData name="Anya Bjørn Vinstrup" userId="c6b604d9-770e-4f81-b3ca-3d43da625077" providerId="ADAL" clId="{541A4DD8-C336-44E6-8954-0886DDF5AD75}" dt="2023-03-01T13:47:12.107" v="2" actId="164"/>
        <pc:sldMkLst>
          <pc:docMk/>
          <pc:sldMk cId="403345877" sldId="256"/>
        </pc:sldMkLst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4" creationId="{DEAC2CDD-E4E1-345D-9F20-29A4D358EAD7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5" creationId="{A730CFB0-1697-168D-8BB9-11B3D5237CBF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6" creationId="{7A5441E9-71CE-6E08-1C45-5A596E89ADEB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7" creationId="{2C3B38A5-D53B-20B1-41FA-78B3CA899E25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8" creationId="{419BE211-974B-88C3-2B6E-D18D86CB194A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9" creationId="{DC60FAFB-F83F-46B4-D003-2BD149C1AC91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2" creationId="{CE1947C9-5534-32B1-D188-4DC9DB51302E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3" creationId="{2BDDE845-4996-B5DC-E469-09690480959C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4" creationId="{38D93696-4497-0568-6DBA-ACCD7A760D4E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5" creationId="{AFFD16CB-F0A1-9E77-0EF6-5978292AA48A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6" creationId="{F9872080-52F6-1700-6560-742D89F68F36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7" creationId="{D806FA67-C22A-7336-9D4B-3E753E4A9E86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8" creationId="{59CF386A-BF37-8358-CEA5-71875BE8AB9F}"/>
          </ac:spMkLst>
        </pc:spChg>
        <pc:spChg chg="mod">
          <ac:chgData name="Anya Bjørn Vinstrup" userId="c6b604d9-770e-4f81-b3ca-3d43da625077" providerId="ADAL" clId="{541A4DD8-C336-44E6-8954-0886DDF5AD75}" dt="2023-03-01T13:47:12.107" v="2" actId="164"/>
          <ac:spMkLst>
            <pc:docMk/>
            <pc:sldMk cId="403345877" sldId="256"/>
            <ac:spMk id="19" creationId="{0A0AED79-1C96-885D-05A6-193147B0F8DA}"/>
          </ac:spMkLst>
        </pc:spChg>
        <pc:grpChg chg="add mod">
          <ac:chgData name="Anya Bjørn Vinstrup" userId="c6b604d9-770e-4f81-b3ca-3d43da625077" providerId="ADAL" clId="{541A4DD8-C336-44E6-8954-0886DDF5AD75}" dt="2023-03-01T13:47:12.107" v="2" actId="164"/>
          <ac:grpSpMkLst>
            <pc:docMk/>
            <pc:sldMk cId="403345877" sldId="256"/>
            <ac:grpSpMk id="2" creationId="{AA4652B3-74D2-31FB-4978-CB41BECECA9E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50463-CA81-C6F6-252D-9D6126F7F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19911C6-0B38-8EB5-11D5-5136D9C30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4E6353F-6187-4EAD-D000-60C64601B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32A53EC-7DF1-03CC-35E2-311DAE2B6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E263185-5DA2-5FA0-0D5B-497F0E64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6420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42EC6-F667-396F-345E-8E0857D9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457BD0E-4E83-5BB9-9284-423E31942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016B05D-91E4-97AD-7270-8B2876633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04FA5F6-7B80-E520-E02D-EB40609C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2724495-44B4-D929-A648-0282C5CD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6720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824CBB-B1B6-AF2D-9294-D4C1599AF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0D0D5A0-891E-2AEB-678F-F0944B07D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0EB0671-1388-4556-6F82-73BB64CBB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62A1567-0225-2E94-811A-A14C0F7E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AC4169F-DED7-0F3A-4608-1DFCDAD6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878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B3C1F4-DBAB-6316-732F-002C891AA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D7633AA-94B3-412D-0AA0-BB4243329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4756FBC-C287-1575-ED37-0B1D552FC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8AA9EDA-B7E6-9AB1-E40A-9E4EDEFDA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E5E0481-42D7-E6AC-6A0E-B67ACB1D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EC4290DF-DC26-AD5E-CA4D-49D3715F2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1739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17B8A-8DA7-C959-59A0-03D4335F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6BE8DB4-A3E2-F7F0-23C2-F564BEC47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324B223-CFE8-B4D0-EA8D-442FC0EE0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A3B236C-04D6-AD9F-2917-7839968619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3A6FC5F-2008-3EBB-55FD-A72D7B99C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40E101FF-EC6F-B952-00A5-4191AEB3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1309F932-F19E-C2D2-F74E-08ADE5CF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FD49EA5-6B88-8759-CA8A-F1BBF729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657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FFD650-B7DB-A2CC-AE2B-7CFB4D0BB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8252F94-2871-C40C-6ED8-97B12EBD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4C5515B-BA96-BD4D-294B-BBB7EF33B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2BF4EB0-874E-28C4-73A1-57DDCD48C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8231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021349B0-2B25-94DD-8099-C7006B5F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C205ADE-28DB-D19B-9A61-EE4CAC04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A8F963F-B798-9466-1C35-ED78D2E2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348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19ACE-8904-6402-1C38-79BE3EA4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26F54E2-5B9F-80CA-65FA-40FA9D263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A40932C-A438-C204-AD73-9C496ADA1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87E576E-B21D-38A8-DFAE-4BEF7409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0367400-3F5F-F8C5-DEA3-CDACCB7AA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77DD0A6-775F-CB9E-2EE8-F4679B98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72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7A1E2-8EA8-B6A2-07BE-11E76A210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F4289C90-9320-2AD6-FACD-12F59953FC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EE4F3B2-C9CF-5011-E7DF-F70C1A4F9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988D932-325A-3BB1-96CA-C727B553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65079FB-01C3-8E36-4E00-4397E148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16D1ACF-3397-F36E-A68F-34507157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9057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D4EA4-5465-1861-2969-BBDF875D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F06186C4-4C8E-4217-B999-1F02D1C61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9CF4B1C-F97D-28B8-7FA2-D78148B7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4BBA969-0CD5-AE46-9A90-264FB2C2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C4E7BDE-ECB0-54BB-A841-F9768C3F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525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223AA992-A4B5-6F6A-3CAF-16640D30E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68CE3A6-5864-B2E3-EDBA-6E99244A0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B09E592-CA24-C1E7-5143-D18E7179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35AEFD7-6BF1-0798-F73A-08819F20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B04C4FB-F715-2F97-7600-1F0260FD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3635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314BA88-503D-00B8-590E-AF4676A38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489B641-AD8F-94D4-4A56-84B5D5B14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FC16046-B0D8-02AA-EBC0-A3343E885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173B0-0053-42A4-997A-E2CC4667C977}" type="datetimeFigureOut">
              <a:rPr lang="da-DK" smtClean="0"/>
              <a:t>23-03-2023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680F039-43C6-E271-0383-7275BE84E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35CCF37-D069-00CB-1C87-56AFBE5432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36D5F6-7197-40EB-B5C6-D11D5714C1D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880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Billede 1">
            <a:extLst>
              <a:ext uri="{FF2B5EF4-FFF2-40B4-BE49-F238E27FC236}">
                <a16:creationId xmlns:a16="http://schemas.microsoft.com/office/drawing/2014/main" id="{E5CD61B5-B483-1AB9-BBA9-3E67D5634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050" y="626803"/>
            <a:ext cx="612457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173C636F-2990-6783-FCBE-783A518C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73FFA7B1-B8D7-30AF-1B25-4CD1A0DCD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AA4652B3-74D2-31FB-4978-CB41BECECA9E}"/>
              </a:ext>
            </a:extLst>
          </p:cNvPr>
          <p:cNvGrpSpPr/>
          <p:nvPr/>
        </p:nvGrpSpPr>
        <p:grpSpPr>
          <a:xfrm>
            <a:off x="720090" y="4162425"/>
            <a:ext cx="6043595" cy="1914525"/>
            <a:chOff x="720090" y="4162425"/>
            <a:chExt cx="6043595" cy="1914525"/>
          </a:xfrm>
        </p:grpSpPr>
        <p:sp>
          <p:nvSpPr>
            <p:cNvPr id="4" name="Rektangel 3">
              <a:extLst>
                <a:ext uri="{FF2B5EF4-FFF2-40B4-BE49-F238E27FC236}">
                  <a16:creationId xmlns:a16="http://schemas.microsoft.com/office/drawing/2014/main" id="{DEAC2CDD-E4E1-345D-9F20-29A4D358EAD7}"/>
                </a:ext>
              </a:extLst>
            </p:cNvPr>
            <p:cNvSpPr/>
            <p:nvPr/>
          </p:nvSpPr>
          <p:spPr>
            <a:xfrm>
              <a:off x="720090" y="4162425"/>
              <a:ext cx="1800225" cy="552450"/>
            </a:xfrm>
            <a:prstGeom prst="rect">
              <a:avLst/>
            </a:prstGeom>
            <a:solidFill>
              <a:srgbClr val="E449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5" name="Rektangel 4">
              <a:extLst>
                <a:ext uri="{FF2B5EF4-FFF2-40B4-BE49-F238E27FC236}">
                  <a16:creationId xmlns:a16="http://schemas.microsoft.com/office/drawing/2014/main" id="{A730CFB0-1697-168D-8BB9-11B3D5237CBF}"/>
                </a:ext>
              </a:extLst>
            </p:cNvPr>
            <p:cNvSpPr/>
            <p:nvPr/>
          </p:nvSpPr>
          <p:spPr>
            <a:xfrm>
              <a:off x="720090" y="4848225"/>
              <a:ext cx="1800225" cy="552450"/>
            </a:xfrm>
            <a:prstGeom prst="rect">
              <a:avLst/>
            </a:prstGeom>
            <a:solidFill>
              <a:srgbClr val="89BD23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6" name="Rektangel 5">
              <a:extLst>
                <a:ext uri="{FF2B5EF4-FFF2-40B4-BE49-F238E27FC236}">
                  <a16:creationId xmlns:a16="http://schemas.microsoft.com/office/drawing/2014/main" id="{7A5441E9-71CE-6E08-1C45-5A596E89ADEB}"/>
                </a:ext>
              </a:extLst>
            </p:cNvPr>
            <p:cNvSpPr/>
            <p:nvPr/>
          </p:nvSpPr>
          <p:spPr>
            <a:xfrm>
              <a:off x="720090" y="5524500"/>
              <a:ext cx="1800225" cy="552450"/>
            </a:xfrm>
            <a:prstGeom prst="rect">
              <a:avLst/>
            </a:prstGeom>
            <a:solidFill>
              <a:srgbClr val="73BC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7" name="Rektangel 6">
              <a:extLst>
                <a:ext uri="{FF2B5EF4-FFF2-40B4-BE49-F238E27FC236}">
                  <a16:creationId xmlns:a16="http://schemas.microsoft.com/office/drawing/2014/main" id="{2C3B38A5-D53B-20B1-41FA-78B3CA899E25}"/>
                </a:ext>
              </a:extLst>
            </p:cNvPr>
            <p:cNvSpPr/>
            <p:nvPr/>
          </p:nvSpPr>
          <p:spPr>
            <a:xfrm>
              <a:off x="2867025" y="4162425"/>
              <a:ext cx="1800225" cy="552450"/>
            </a:xfrm>
            <a:prstGeom prst="rect">
              <a:avLst/>
            </a:prstGeom>
            <a:solidFill>
              <a:srgbClr val="007BA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8" name="Rektangel 7">
              <a:extLst>
                <a:ext uri="{FF2B5EF4-FFF2-40B4-BE49-F238E27FC236}">
                  <a16:creationId xmlns:a16="http://schemas.microsoft.com/office/drawing/2014/main" id="{419BE211-974B-88C3-2B6E-D18D86CB194A}"/>
                </a:ext>
              </a:extLst>
            </p:cNvPr>
            <p:cNvSpPr/>
            <p:nvPr/>
          </p:nvSpPr>
          <p:spPr>
            <a:xfrm>
              <a:off x="2867025" y="4848225"/>
              <a:ext cx="1800225" cy="552450"/>
            </a:xfrm>
            <a:prstGeom prst="rect">
              <a:avLst/>
            </a:prstGeom>
            <a:solidFill>
              <a:srgbClr val="00A5C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9" name="Rektangel 8">
              <a:extLst>
                <a:ext uri="{FF2B5EF4-FFF2-40B4-BE49-F238E27FC236}">
                  <a16:creationId xmlns:a16="http://schemas.microsoft.com/office/drawing/2014/main" id="{DC60FAFB-F83F-46B4-D003-2BD149C1AC91}"/>
                </a:ext>
              </a:extLst>
            </p:cNvPr>
            <p:cNvSpPr/>
            <p:nvPr/>
          </p:nvSpPr>
          <p:spPr>
            <a:xfrm>
              <a:off x="2867025" y="5524500"/>
              <a:ext cx="1800225" cy="552450"/>
            </a:xfrm>
            <a:prstGeom prst="rect">
              <a:avLst/>
            </a:prstGeom>
            <a:solidFill>
              <a:srgbClr val="008D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/>
            </a:p>
          </p:txBody>
        </p:sp>
        <p:sp>
          <p:nvSpPr>
            <p:cNvPr id="12" name="Rektangel 11">
              <a:extLst>
                <a:ext uri="{FF2B5EF4-FFF2-40B4-BE49-F238E27FC236}">
                  <a16:creationId xmlns:a16="http://schemas.microsoft.com/office/drawing/2014/main" id="{CE1947C9-5534-32B1-D188-4DC9DB51302E}"/>
                </a:ext>
              </a:extLst>
            </p:cNvPr>
            <p:cNvSpPr/>
            <p:nvPr/>
          </p:nvSpPr>
          <p:spPr>
            <a:xfrm>
              <a:off x="4963460" y="4162425"/>
              <a:ext cx="1800225" cy="552450"/>
            </a:xfrm>
            <a:prstGeom prst="rect">
              <a:avLst/>
            </a:prstGeom>
            <a:solidFill>
              <a:srgbClr val="00B5C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a-DK">
                <a:solidFill>
                  <a:srgbClr val="00B5C9"/>
                </a:solidFill>
              </a:endParaRPr>
            </a:p>
          </p:txBody>
        </p:sp>
        <p:sp>
          <p:nvSpPr>
            <p:cNvPr id="13" name="Tekstfelt 12">
              <a:extLst>
                <a:ext uri="{FF2B5EF4-FFF2-40B4-BE49-F238E27FC236}">
                  <a16:creationId xmlns:a16="http://schemas.microsoft.com/office/drawing/2014/main" id="{2BDDE845-4996-B5DC-E469-09690480959C}"/>
                </a:ext>
              </a:extLst>
            </p:cNvPr>
            <p:cNvSpPr txBox="1"/>
            <p:nvPr/>
          </p:nvSpPr>
          <p:spPr>
            <a:xfrm>
              <a:off x="1007400" y="4283215"/>
              <a:ext cx="1274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228:73:48</a:t>
              </a:r>
            </a:p>
          </p:txBody>
        </p:sp>
        <p:sp>
          <p:nvSpPr>
            <p:cNvPr id="14" name="Tekstfelt 13">
              <a:extLst>
                <a:ext uri="{FF2B5EF4-FFF2-40B4-BE49-F238E27FC236}">
                  <a16:creationId xmlns:a16="http://schemas.microsoft.com/office/drawing/2014/main" id="{38D93696-4497-0568-6DBA-ACCD7A760D4E}"/>
                </a:ext>
              </a:extLst>
            </p:cNvPr>
            <p:cNvSpPr txBox="1"/>
            <p:nvPr/>
          </p:nvSpPr>
          <p:spPr>
            <a:xfrm>
              <a:off x="1007400" y="4939784"/>
              <a:ext cx="1274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137:189:35</a:t>
              </a:r>
            </a:p>
          </p:txBody>
        </p:sp>
        <p:sp>
          <p:nvSpPr>
            <p:cNvPr id="15" name="Tekstfelt 14">
              <a:extLst>
                <a:ext uri="{FF2B5EF4-FFF2-40B4-BE49-F238E27FC236}">
                  <a16:creationId xmlns:a16="http://schemas.microsoft.com/office/drawing/2014/main" id="{AFFD16CB-F0A1-9E77-0EF6-5978292AA48A}"/>
                </a:ext>
              </a:extLst>
            </p:cNvPr>
            <p:cNvSpPr txBox="1"/>
            <p:nvPr/>
          </p:nvSpPr>
          <p:spPr>
            <a:xfrm>
              <a:off x="3129934" y="4228864"/>
              <a:ext cx="1274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0:123:166</a:t>
              </a:r>
            </a:p>
          </p:txBody>
        </p:sp>
        <p:sp>
          <p:nvSpPr>
            <p:cNvPr id="16" name="Tekstfelt 15">
              <a:extLst>
                <a:ext uri="{FF2B5EF4-FFF2-40B4-BE49-F238E27FC236}">
                  <a16:creationId xmlns:a16="http://schemas.microsoft.com/office/drawing/2014/main" id="{F9872080-52F6-1700-6560-742D89F68F36}"/>
                </a:ext>
              </a:extLst>
            </p:cNvPr>
            <p:cNvSpPr txBox="1"/>
            <p:nvPr/>
          </p:nvSpPr>
          <p:spPr>
            <a:xfrm>
              <a:off x="5226369" y="4228864"/>
              <a:ext cx="1274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0:181:201</a:t>
              </a:r>
            </a:p>
          </p:txBody>
        </p:sp>
        <p:sp>
          <p:nvSpPr>
            <p:cNvPr id="17" name="Tekstfelt 16">
              <a:extLst>
                <a:ext uri="{FF2B5EF4-FFF2-40B4-BE49-F238E27FC236}">
                  <a16:creationId xmlns:a16="http://schemas.microsoft.com/office/drawing/2014/main" id="{D806FA67-C22A-7336-9D4B-3E753E4A9E86}"/>
                </a:ext>
              </a:extLst>
            </p:cNvPr>
            <p:cNvSpPr txBox="1"/>
            <p:nvPr/>
          </p:nvSpPr>
          <p:spPr>
            <a:xfrm>
              <a:off x="3129933" y="4932316"/>
              <a:ext cx="1274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0:165:205</a:t>
              </a:r>
            </a:p>
          </p:txBody>
        </p:sp>
        <p:sp>
          <p:nvSpPr>
            <p:cNvPr id="18" name="Tekstfelt 17">
              <a:extLst>
                <a:ext uri="{FF2B5EF4-FFF2-40B4-BE49-F238E27FC236}">
                  <a16:creationId xmlns:a16="http://schemas.microsoft.com/office/drawing/2014/main" id="{59CF386A-BF37-8358-CEA5-71875BE8AB9F}"/>
                </a:ext>
              </a:extLst>
            </p:cNvPr>
            <p:cNvSpPr txBox="1"/>
            <p:nvPr/>
          </p:nvSpPr>
          <p:spPr>
            <a:xfrm>
              <a:off x="1007400" y="5616059"/>
              <a:ext cx="15129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115:188:153</a:t>
              </a:r>
            </a:p>
          </p:txBody>
        </p:sp>
        <p:sp>
          <p:nvSpPr>
            <p:cNvPr id="19" name="Tekstfelt 18">
              <a:extLst>
                <a:ext uri="{FF2B5EF4-FFF2-40B4-BE49-F238E27FC236}">
                  <a16:creationId xmlns:a16="http://schemas.microsoft.com/office/drawing/2014/main" id="{0A0AED79-1C96-885D-05A6-193147B0F8DA}"/>
                </a:ext>
              </a:extLst>
            </p:cNvPr>
            <p:cNvSpPr txBox="1"/>
            <p:nvPr/>
          </p:nvSpPr>
          <p:spPr>
            <a:xfrm>
              <a:off x="3159199" y="5616059"/>
              <a:ext cx="12744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dirty="0"/>
                <a:t>0:141:61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34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24B8291D849F4459D7AB60B6E79C880" ma:contentTypeVersion="16" ma:contentTypeDescription="Opret et nyt dokument." ma:contentTypeScope="" ma:versionID="26fb5167496153160cb347a2b80906ac">
  <xsd:schema xmlns:xsd="http://www.w3.org/2001/XMLSchema" xmlns:xs="http://www.w3.org/2001/XMLSchema" xmlns:p="http://schemas.microsoft.com/office/2006/metadata/properties" xmlns:ns2="a408f06c-1694-489f-9cdc-5efa500d75a8" xmlns:ns3="31f27a57-5daa-4240-845d-578cc8bddeed" targetNamespace="http://schemas.microsoft.com/office/2006/metadata/properties" ma:root="true" ma:fieldsID="b8e385451a739f1e533488837878e48a" ns2:_="" ns3:_="">
    <xsd:import namespace="a408f06c-1694-489f-9cdc-5efa500d75a8"/>
    <xsd:import namespace="31f27a57-5daa-4240-845d-578cc8bdde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08f06c-1694-489f-9cdc-5efa500d75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3fe80aff-8094-4148-a725-0517f31fcd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f27a57-5daa-4240-845d-578cc8bddee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bbe7c16-6d61-4ab5-a057-6d1a67339d84}" ma:internalName="TaxCatchAll" ma:showField="CatchAllData" ma:web="31f27a57-5daa-4240-845d-578cc8bdde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1f27a57-5daa-4240-845d-578cc8bddeed" xsi:nil="true"/>
    <lcf76f155ced4ddcb4097134ff3c332f xmlns="a408f06c-1694-489f-9cdc-5efa500d75a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FA1528-A9E5-493C-A6CC-23FABF68B8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08f06c-1694-489f-9cdc-5efa500d75a8"/>
    <ds:schemaRef ds:uri="31f27a57-5daa-4240-845d-578cc8bdde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8CD014-A058-41BC-AED3-4A753CF2D2D6}">
  <ds:schemaRefs>
    <ds:schemaRef ds:uri="http://schemas.microsoft.com/office/2006/metadata/properties"/>
    <ds:schemaRef ds:uri="http://schemas.microsoft.com/office/infopath/2007/PartnerControls"/>
    <ds:schemaRef ds:uri="31f27a57-5daa-4240-845d-578cc8bddeed"/>
    <ds:schemaRef ds:uri="a408f06c-1694-489f-9cdc-5efa500d75a8"/>
  </ds:schemaRefs>
</ds:datastoreItem>
</file>

<file path=customXml/itemProps3.xml><?xml version="1.0" encoding="utf-8"?>
<ds:datastoreItem xmlns:ds="http://schemas.openxmlformats.org/officeDocument/2006/customXml" ds:itemID="{A100E1D9-0F62-4B3B-B635-99EEADC0DF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Office-tema</vt:lpstr>
      <vt:lpstr>PowerPoint-præsentation</vt:lpstr>
    </vt:vector>
  </TitlesOfParts>
  <Company>Aarhus Kommune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Anya Bjørn Vinstrup</dc:creator>
  <cp:lastModifiedBy>Susanne Iversen</cp:lastModifiedBy>
  <cp:revision>1</cp:revision>
  <dcterms:created xsi:type="dcterms:W3CDTF">2023-03-01T13:35:04Z</dcterms:created>
  <dcterms:modified xsi:type="dcterms:W3CDTF">2023-03-23T19:12:31Z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0x010100224B8291D849F4459D7AB60B6E79C880</vt:lpwstr>
  </property>
  <property fmtid="{D5CDD505-2E9C-101B-9397-08002B2CF9AE}" pid="3" name="MediaServiceImageTags">
    <vt:lpwstr/>
  </property>
</Properties>
</file>